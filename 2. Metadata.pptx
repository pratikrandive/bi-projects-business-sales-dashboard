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slide" Target="slides/slide4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A9F52-29EF-E2AC-343C-76E1A61C87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5E789D-E84C-CDDE-1894-702517284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0D353-A091-824E-6969-D0FB25D94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C48B8-F48C-45C8-B65F-85A13232DD26}" type="datetimeFigureOut">
              <a:rPr lang="en-IN" smtClean="0"/>
              <a:t>26-06-2024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352E0-22B5-0D70-A0C0-D04AE5E34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4296A-E913-864B-9548-56BC1D8CE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891E8-A366-4D53-A010-57AE42D89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798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65B19-2439-9486-C402-B51D43C3F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1ACB0-A1CC-27D9-3F8A-E00EB8A40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5372F-C6B0-510F-2F0D-66B930708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C48B8-F48C-45C8-B65F-85A13232DD26}" type="datetimeFigureOut">
              <a:rPr lang="en-IN" smtClean="0"/>
              <a:t>26-06-2024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31B27-7D73-17D8-64D3-FF6FEC8AC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43212-2240-CB04-C1B8-C7397AE9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891E8-A366-4D53-A010-57AE42D89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901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ECBD9-5823-92E3-B06B-546F353B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92614-DEEC-EF46-288F-1392D159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75BF0-DE0A-C090-71ED-5FDA100DA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C48B8-F48C-45C8-B65F-85A13232DD26}" type="datetimeFigureOut">
              <a:rPr lang="en-IN" smtClean="0"/>
              <a:t>26-06-2024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0E4A5-A6CE-75A5-22F2-B52E50922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DBC28-01F2-72F1-D1F4-3AD528383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891E8-A366-4D53-A010-57AE42D89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559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14B31-DE77-9201-564E-03224C551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E54DF-EA4F-4F4B-0ED9-6233A9A878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529444-7979-F967-701B-150687A79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DF93AB-5B9D-0FC2-910A-069F914E4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C48B8-F48C-45C8-B65F-85A13232DD26}" type="datetimeFigureOut">
              <a:rPr lang="en-IN" smtClean="0"/>
              <a:t>26-06-2024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C6BDB-F9CA-050F-1DE5-3B24FE46F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68A557-47A3-28A1-FFDF-B7613DA20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891E8-A366-4D53-A010-57AE42D89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400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5CFCE-07A5-C2D6-59B0-A2BF27346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C514C2-1B89-E06B-291D-7F426E9D0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EDEC08-58EC-2CD6-3417-AE16AEC48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8AD0F7-4139-9B61-E394-146B13F2B2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19F757-53D8-CD3F-19B0-0454B32739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F5866F-AD7C-74D2-B9C7-AA0045EC0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C48B8-F48C-45C8-B65F-85A13232DD26}" type="datetimeFigureOut">
              <a:rPr lang="en-IN" smtClean="0"/>
              <a:t>26-06-2024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846D75-F378-3D1B-364D-629279772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3ECF7C-582E-0391-B4BF-52C3C65F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891E8-A366-4D53-A010-57AE42D89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311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E7436-A99F-FF36-C063-F184DA157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09841D-6520-111A-D995-4310D158D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C48B8-F48C-45C8-B65F-85A13232DD26}" type="datetimeFigureOut">
              <a:rPr lang="en-IN" smtClean="0"/>
              <a:t>26-06-2024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C7A140-1F7B-C90D-FE40-37D9A9740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EA846C-8621-7A7C-1CD3-E4F969B9E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891E8-A366-4D53-A010-57AE42D89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2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4E7B08-3B58-9856-1073-45D3B7036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C48B8-F48C-45C8-B65F-85A13232DD26}" type="datetimeFigureOut">
              <a:rPr lang="en-IN" smtClean="0"/>
              <a:t>26-06-2024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7DC621-55A9-B9B3-9B15-65E3AB24B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A5097-F95B-FB4A-8FBB-0084D5E7D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891E8-A366-4D53-A010-57AE42D89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470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3D329-F599-7AD8-CBE7-14BD0A55F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1FCA5-488F-8604-A502-345397627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B8336-2B3A-9EA3-36FA-5EAA3DA32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F0531-EFE3-6E44-B8D8-3033E5895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C48B8-F48C-45C8-B65F-85A13232DD26}" type="datetimeFigureOut">
              <a:rPr lang="en-IN" smtClean="0"/>
              <a:t>26-06-2024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A8DBC9-8955-A296-FF84-3EC29E0EF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9A1C08-8302-9C9C-B112-4F21712BA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891E8-A366-4D53-A010-57AE42D89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056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D7E18-4FBB-EFE2-B416-998D003DA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74416F-3B6A-8D6F-A004-DFF2A9DE52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377BE5-BC0A-476A-8E13-40929DF7D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44544-B9D0-C9AE-0402-83D8CA278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C48B8-F48C-45C8-B65F-85A13232DD26}" type="datetimeFigureOut">
              <a:rPr lang="en-IN" smtClean="0"/>
              <a:t>26-06-2024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78216-A197-9D73-A09A-0F1A4BEB3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EBF86-7DA7-92F4-E238-6A6FF1E5E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891E8-A366-4D53-A010-57AE42D89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8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A1B4-359C-7CDB-F342-39A57F493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60B577-4E7C-1168-0B9D-E12D0979D4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9E7AE-69C6-4576-A36E-298EA0932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C48B8-F48C-45C8-B65F-85A13232DD26}" type="datetimeFigureOut">
              <a:rPr lang="en-IN" smtClean="0"/>
              <a:t>26-06-2024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769AD-D1BA-342D-8322-4401DBCC2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CF384-39FD-6853-DC0E-0BB80653C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891E8-A366-4D53-A010-57AE42D89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372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F8849B-A232-E1BA-C2A9-442B598188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227DE5-3F05-D15C-9C93-80023062CD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993C8-C6C2-48E5-B997-7359EF35C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C48B8-F48C-45C8-B65F-85A13232DD26}" type="datetimeFigureOut">
              <a:rPr lang="en-IN" smtClean="0"/>
              <a:t>26-06-2024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13787-E58A-B5DE-860B-A372BF577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508E2-B030-B49B-B430-41AF170C3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891E8-A366-4D53-A010-57AE42D89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925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4E8B66-FC60-1D3B-3E26-DBE2EC107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B2C17-9C89-D67F-73EC-3927C2E2D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28FB9-7DA2-3D12-204F-D860B412A8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0C48B8-F48C-45C8-B65F-85A13232DD26}" type="datetimeFigureOut">
              <a:rPr lang="en-IN" smtClean="0"/>
              <a:t>26-06-2024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471C2-2EDD-3D7F-1EDD-31E458E9EA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D9897-3CD3-839A-04A1-F7EF1A9127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891E8-A366-4D53-A010-57AE42D89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062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6982EA-9E0C-28CE-E75C-0C8871F5A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4536"/>
            <a:ext cx="12192000" cy="334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278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161030-D792-7096-2DE6-CBA442F2B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8974"/>
            <a:ext cx="12192000" cy="620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14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E565F6-3C79-7DDC-CADB-1322B329F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5399"/>
            <a:ext cx="12192000" cy="310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024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F2592F-8793-45A3-3F7F-BFDD9621C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9848"/>
            <a:ext cx="12192000" cy="3518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26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4C69CD8275D54DA8E9024C6E89D593" ma:contentTypeVersion="19" ma:contentTypeDescription="Create a new document." ma:contentTypeScope="" ma:versionID="5b68b09d55928bbeb6daa542a0d926d1">
  <xsd:schema xmlns:xsd="http://www.w3.org/2001/XMLSchema" xmlns:xs="http://www.w3.org/2001/XMLSchema" xmlns:p="http://schemas.microsoft.com/office/2006/metadata/properties" xmlns:ns2="ff88e437-c8ad-4274-884b-e1cb6fe854a5" xmlns:ns3="68fb1252-0451-4fac-9333-df091c74122c" targetNamespace="http://schemas.microsoft.com/office/2006/metadata/properties" ma:root="true" ma:fieldsID="79b51382f5961e87ffbbabc78196e0cf" ns2:_="" ns3:_="">
    <xsd:import namespace="ff88e437-c8ad-4274-884b-e1cb6fe854a5"/>
    <xsd:import namespace="68fb1252-0451-4fac-9333-df091c7412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88e437-c8ad-4274-884b-e1cb6fe854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94f4662-0e53-4287-a830-9e5f8f77166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fb1252-0451-4fac-9333-df091c74122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564d964-06e6-465a-9c6c-801687003bc5}" ma:internalName="TaxCatchAll" ma:showField="CatchAllData" ma:web="68fb1252-0451-4fac-9333-df091c7412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f88e437-c8ad-4274-884b-e1cb6fe854a5">
      <Terms xmlns="http://schemas.microsoft.com/office/infopath/2007/PartnerControls"/>
    </lcf76f155ced4ddcb4097134ff3c332f>
    <TaxCatchAll xmlns="68fb1252-0451-4fac-9333-df091c74122c" xsi:nil="true"/>
  </documentManagement>
</p:properties>
</file>

<file path=customXml/itemProps1.xml><?xml version="1.0" encoding="utf-8"?>
<ds:datastoreItem xmlns:ds="http://schemas.openxmlformats.org/officeDocument/2006/customXml" ds:itemID="{269D3AC7-EE86-4154-9795-15EA6B5EBF67}"/>
</file>

<file path=customXml/itemProps2.xml><?xml version="1.0" encoding="utf-8"?>
<ds:datastoreItem xmlns:ds="http://schemas.openxmlformats.org/officeDocument/2006/customXml" ds:itemID="{A587457A-334E-412B-84F8-A945349B5CD6}"/>
</file>

<file path=customXml/itemProps3.xml><?xml version="1.0" encoding="utf-8"?>
<ds:datastoreItem xmlns:ds="http://schemas.openxmlformats.org/officeDocument/2006/customXml" ds:itemID="{EFA04291-83F5-45A5-9025-AC5B7660AB50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KK Wind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Sreelesh Sreenivasan</dc:creator>
  <cp:lastModifiedBy>Sreelesh Sreenivasan</cp:lastModifiedBy>
  <cp:revision>1</cp:revision>
  <dcterms:created xsi:type="dcterms:W3CDTF">2024-06-26T08:33:22Z</dcterms:created>
  <dcterms:modified xsi:type="dcterms:W3CDTF">2024-06-26T08:35:19Z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0x010100384C69CD8275D54DA8E9024C6E89D593</vt:lpwstr>
  </property>
  <property fmtid="{D5CDD505-2E9C-101B-9397-08002B2CF9AE}" pid="3" name="Order">
    <vt:r8>382600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</Properties>
</file>